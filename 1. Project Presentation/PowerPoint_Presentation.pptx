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2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01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0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071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4937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94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659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8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38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7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60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04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36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1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59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96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7572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26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658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54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40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664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80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076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281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740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0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0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  <p:sldLayoutId id="2147483834" r:id="rId22"/>
    <p:sldLayoutId id="2147483835" r:id="rId23"/>
    <p:sldLayoutId id="2147483836" r:id="rId24"/>
    <p:sldLayoutId id="2147483837" r:id="rId25"/>
    <p:sldLayoutId id="2147483838" r:id="rId26"/>
    <p:sldLayoutId id="2147483839" r:id="rId27"/>
  </p:sldLayoutIdLst>
  <p:txStyles>
    <p:titleStyle>
      <a:lvl1pPr marL="0" algn="l" defTabSz="914400" rtl="1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A30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REDLINE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Medical Supplies &amp; Equipment Trading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ريد لاين للتجارة في المستلزمات والمعدات الطبية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18872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Odoo ERP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Graduation Project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65176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مشروع تخرج: تطبيق نظام أودو لتخطيط موارد المؤسسات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5661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ECACA"/>
                </a:solidFill>
                <a:latin typeface="Arial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840480"/>
            <a:ext cx="7315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Mohamed Mahmoud Abdel Bary - Team Leader - Apps, Settings, Permissions &amp; Design
Mohamed Essam El-Din Youssef - Sales &amp; CRM
Ahmed Mahmoud Mohamed - Inventory &amp; Data Upload
Fathy Adel Fathy - Purchase, Quality &amp; Testing
Omnia Haitham - Accounting &amp; 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669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Prepared 25 October 2026 | Business period 1 May 2026 – 30 September 2026 | Odoo 19.0 (Enterprise edition assumed)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ECACA"/>
                </a:solidFill>
                <a:latin typeface="Arial"/>
              </a:rPr>
              <a:t>All companies, partners and transactions are simulated; nothing was installed or tested on a live Odoo server.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Company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ECACA"/>
                </a:solidFill>
                <a:latin typeface="Arial"/>
              </a:rPr>
              <a:t>Who RedLine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نبذة عن الشركة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Cairo-based trader of medical equipment, consumables, disposables and spare parts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HQ: 45 Makram Ebeid St, Nasr City, Cairo, Egypt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Email: info@redlinemedical.com.eg | Currency: EGP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One legal company, 3 branches, 4 warehouses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24 products: 10 equipment (serial), 10 consumables (lot + expiry), 4 spare parts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13 customers and 6 vendors (illustrative)</a:t>
            </a:r>
          </a:p>
        </p:txBody>
      </p:sp>
      <p:pic>
        <p:nvPicPr>
          <p:cNvPr id="10" name="Picture 9" descr="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26109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5394960"/>
            <a:ext cx="182880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5394960"/>
            <a:ext cx="64008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468112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Arial"/>
              </a:rPr>
              <a:t>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sales orders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5394960"/>
            <a:ext cx="182880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68880" y="5394960"/>
            <a:ext cx="64008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Arial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59436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purchase orders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5394960"/>
            <a:ext cx="182880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5394960"/>
            <a:ext cx="64008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5468112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5803D"/>
                </a:solidFill>
                <a:latin typeface="Arial"/>
              </a:rPr>
              <a:t>20.9%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9436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gross margin (simulated)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Business background and current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ECACA"/>
                </a:solidFill>
                <a:latin typeface="Arial"/>
              </a:rPr>
              <a:t>Simulated legacy / manual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الخلفية والتحديات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3 / 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8872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As-is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Consequence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Stock &amp; 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Stock cards in spreadsheets; expiry on cartons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Expired stock sold; slow recalls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Serial equipment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Serials on paper delivery notes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Weak warranty and traceability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Credit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Balances in spreadsheet; 45-60 day hospitals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Over-exposure; slow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Returns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Returned goods back on shelf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Unreported losses; risk to patients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Accounting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Quarterly count; late adjustments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Margins and stock value unknown until 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Branches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Results compiled manually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No single view of performance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Project objectives and 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الأهداف والنتائج المتوقعة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■  Full lot / serial / expiry traceability with FEFO picking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■  Quarantine of failed, returned, damaged and near-expiry stock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■  Automated valuation reconciled to the ledger monthly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■  Credit control and ageing for institutional customers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■  Branch-level sales and margin visibility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■  Bilingual Arabic / English documents (RTL)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280160"/>
            <a:ext cx="2468880" cy="12801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0" y="1280160"/>
            <a:ext cx="64008" cy="1280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35331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Arial"/>
              </a:rPr>
              <a:t>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219456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requirements with IDs and acceptance criteria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280160"/>
            <a:ext cx="2468880" cy="12801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1280160"/>
            <a:ext cx="64008" cy="1280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19" y="135331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Arial"/>
              </a:rPr>
              <a:t>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1828800"/>
            <a:ext cx="219456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UAT test cases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743200"/>
            <a:ext cx="2468880" cy="12801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0" y="2743200"/>
            <a:ext cx="64008" cy="12801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28163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5803D"/>
                </a:solidFill>
                <a:latin typeface="Arial"/>
              </a:rPr>
              <a:t>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291840"/>
            <a:ext cx="219456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gaps analysed (GAWF)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743200"/>
            <a:ext cx="2468880" cy="12801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5440" y="2743200"/>
            <a:ext cx="64008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19" y="28163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3AED"/>
                </a:solidFill>
                <a:latin typeface="Arial"/>
              </a:rPr>
              <a:t>101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3291840"/>
            <a:ext cx="219456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accounts in proposed 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Project scope and exclusions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النطاق والاستثناءات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5803D"/>
                </a:solidFill>
                <a:latin typeface="Arial"/>
              </a:rP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Contacts, Sales, CRM, Purchase, Inventory, Accounting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Warehouses, routes, lots, serials, expiry, FEFO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Chart of accounts, journals, VAT, valuation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Master data and 5-month simulated operations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Documentation set, import package,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0972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8102E"/>
                </a:solidFill>
                <a:latin typeface="Arial"/>
              </a:rPr>
              <a:t>Out of scope / not claimed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Live Odoo installation, import or functional testing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Payroll, manufacturing, e-commerce, POS hardware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Statutory tax filing and e-invoicing integration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Custom module build (optional, priced in FPD)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Project team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ECACA"/>
                </a:solidFill>
                <a:latin typeface="Arial"/>
              </a:rPr>
              <a:t>Five members, all register tasks at 100% (documentation level)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فريق المشروع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6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2194560" cy="4754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2194560" cy="182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Mohamed Mahmoud Abdel Bary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8102E"/>
                </a:solidFill>
                <a:latin typeface="Arial"/>
              </a:rPr>
              <a:t>Team Leader - Apps, Settings, Permissions &amp;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App installation, general settings, companies and branches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Users, access rights, record rules and approval workflows (permissions)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Solution design, GAWF, SSD and final integration of all documents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Project governance, presentation and final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280160"/>
            <a:ext cx="2194560" cy="4754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1280160"/>
            <a:ext cx="2194560" cy="182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155448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Mohamed Essam El-Din Youssef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774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8102E"/>
                </a:solidFill>
                <a:latin typeface="Arial"/>
              </a:rPr>
              <a:t>Sales &amp; CRM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10896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Sales and CRM configuration: pipeline, quotations, pricelists, sales teams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Customer master data and contract pricing (preparing and uploading files)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BRD, RTM and business process documentation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Sales and CRM test scenarios and business acceptance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280160"/>
            <a:ext cx="2194560" cy="4754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1280160"/>
            <a:ext cx="2194560" cy="182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155448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Ahmed Mahmoud Mohamed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3774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8102E"/>
                </a:solidFill>
                <a:latin typeface="Arial"/>
              </a:rPr>
              <a:t>Inventory &amp; Data 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10896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Inventory configuration: warehouses, locations, routes, lots, serials, expiry, FEFO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Product master, opening stock and reordering rules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Data upload: preparing and importing all CSV files and data quality checks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Technical proposal, go-live plan and package validation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1280160"/>
            <a:ext cx="2194560" cy="4754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0" y="1280160"/>
            <a:ext cx="2194560" cy="182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0" y="155448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Fathy Adel Fathy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3774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8102E"/>
                </a:solidFill>
                <a:latin typeface="Arial"/>
              </a:rPr>
              <a:t>Purchase, Quality &amp;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10896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Purchase configuration: vendors, RFQ and PO, approvals, vendor pricelists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Quality inspection, receipts follow-up and supplier returns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UAT execution, defect log and test documentation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User's guide, training and final quality assurance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280160"/>
            <a:ext cx="2194560" cy="4754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01200" y="1280160"/>
            <a:ext cx="2194560" cy="182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2640" y="155448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Omnia Haitham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3774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8102E"/>
                </a:solidFill>
                <a:latin typeface="Arial"/>
              </a:rPr>
              <a:t>Accounting &amp; Finance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10896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Accounting configuration: chart of accounts, journals, taxes, payment terms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Invoices, bills, payments, credit notes, bank and cash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Opening balances, stock valuation and financial reconciliations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■  Financial proposal (FPD) and accounting test scenarios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Odoo architecture and selected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ECACA"/>
                </a:solidFill>
                <a:latin typeface="Arial"/>
              </a:rPr>
              <a:t>Odoo 19.0 (Enterprise edition assumed)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هيكل النظام والوحدات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7 / 18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589520" cy="3853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118872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■  Standard: Contacts, Sales, CRM, Purchase, Inventory (+ Product Expiry), Accounting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■  Enterprise / optional: Quality, Barcode, Studio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■  Proposed customizations: credit hard-block, warranty tracker, branch record rules, approvals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Branch and warehouse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ECACA"/>
                </a:solidFill>
                <a:latin typeface="Arial"/>
              </a:rPr>
              <a:t>Single legal company; branches are reporting units, warehouses are stock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الفروع والمخازن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8 / 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1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8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2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Code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Warehouse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EQP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Main Equipment Warehouse - Nasr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BR-NSC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Receiving, storage and dispatch of capital medical equipment (serial-tracked)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CON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Medical Consumables &amp; Disposables Warehouse - Maadi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BR-MAA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Lot- and expiry-tracked consumables; FEFO picking; retail counter supply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SPR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Spare Parts Warehouse - Mohandeseen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BR-MOH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Spare parts, filters and batteries for installed 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QRT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Quarantine &amp; Returns Warehouse - Central Cairo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BR-NSC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Isolation of failed-inspection, returned, damaged and near-expiry stock pending disposition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47472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Nasr City Branch (BR-NSC)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Main Headquarters and Administration - 45 Makram Ebeid St, Nasr City, Cairo, Egypt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Maadi Branch (BR-MAA)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Retail and Distribution - 18 Road 9, Maadi, Cairo, Egypt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Mohandeseen Branch (BR-MOH)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Arial"/>
                        </a:rPr>
                        <a:t>Sales Office - 22 Syria St, Mohandeseen, Greater Cairo, Egypt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Limits of standard branch handling: separate branch balance sheets, branch-specific numbering and warehouse-level access need branch records (edition-dependent) or proposed customizations.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Core workflow 1: Order-to-Cash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دورة المبيعات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9 / 18</a:t>
            </a:r>
          </a:p>
        </p:txBody>
      </p:sp>
      <p:pic>
        <p:nvPicPr>
          <p:cNvPr id="8" name="Picture 7" descr="o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051560"/>
            <a:ext cx="7680960" cy="47858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Core workflow 2: Procure-to-Pay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دورة المشتريات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10 / 18</a:t>
            </a:r>
          </a:p>
        </p:txBody>
      </p:sp>
      <p:pic>
        <p:nvPicPr>
          <p:cNvPr id="8" name="Picture 7" descr="p2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051560"/>
            <a:ext cx="6766560" cy="42160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Workflow 3: Returns, quarantine, period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المرتجعات والحجر والإقفال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11 / 18</a:t>
            </a:r>
          </a:p>
        </p:txBody>
      </p:sp>
      <p:pic>
        <p:nvPicPr>
          <p:cNvPr id="8" name="Picture 7" descr="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577840" cy="2488575"/>
          </a:xfrm>
          <a:prstGeom prst="rect">
            <a:avLst/>
          </a:prstGeom>
        </p:spPr>
      </p:pic>
      <p:pic>
        <p:nvPicPr>
          <p:cNvPr id="9" name="Picture 8" descr="cl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24885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75488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■  Returned / failed / near-expiry goods go to the Quarantine &amp; Returns warehouse (excluded from sale)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■  Disposition: restock, vendor return with debit note, or scrap to 540200 / 540300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■  Month-end: valuation vs GL, AR/AP vs control accounts, lock date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Accounting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ECACA"/>
                </a:solidFill>
                <a:latin typeface="Arial"/>
              </a:rPr>
              <a:t>Account mapping connects categories, valuation, revenue, COGS and adjustments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التصميم المحاسبي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12 / 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Valuation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COGS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130100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410100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510100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Consumables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130200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410200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510200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Spare parts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130300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410300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510300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27432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■  101 accounts, 6 digits, hierarchical groups; proposed chart - accountant review required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■  Journals: INV, BILL, STJ, MISC, OPEN + CIB1, NBE1 (simulated banks) + 3 branch cash safes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■  FIFO, automated valuation, Anglo-Saxon (stock interim 130600 / GRNI 210500); VAT 14% assumed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■  Simulated trial balance: 737 entries, balanced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Inventory tracking: lots, serials, expiry and FEFO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تتبع المخزون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13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65176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4008" cy="1097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Arial"/>
              </a:rPr>
              <a:t>186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serial-tracked 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65176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64008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26187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Arial"/>
              </a:rPr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373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lot / batch 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265176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64008" cy="10972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26187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5803D"/>
                </a:solidFill>
                <a:latin typeface="Arial"/>
              </a:rPr>
              <a:t>548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stock moves (5 months)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517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Equipment: unique serial per unit; warranty end date per delivered serial (proposed tracker)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Consumables: lot + expiry; FEFO removal; lots &lt; 60 days excluded from sale and isolated monthly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Quarantine warehouse: returns, failed QC, damaged and near-expiry stock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Identity checked for every product and warehouse: Opening + In - Out = Closing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Simulated losses: expired EGP 46,000, damaged EGP 55,795, count differences EGP 6,405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Simulated five-month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ECACA"/>
                </a:solidFill>
                <a:latin typeface="Arial"/>
              </a:rPr>
              <a:t>1 May 2026 – 30 September 2026 (EGP, excl. VAT)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نتائج المحاكاة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14 / 18</a:t>
            </a:r>
          </a:p>
        </p:txBody>
      </p:sp>
      <p:pic>
        <p:nvPicPr>
          <p:cNvPr id="9" name="Picture 8" descr="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94960" cy="2866072"/>
          </a:xfrm>
          <a:prstGeom prst="rect">
            <a:avLst/>
          </a:prstGeom>
        </p:spPr>
      </p:pic>
      <p:pic>
        <p:nvPicPr>
          <p:cNvPr id="10" name="Picture 9" descr="ar_i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394960" cy="28660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4754880"/>
            <a:ext cx="274320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64008" cy="1188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28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Arial"/>
              </a:rPr>
              <a:t>EGP 30,233,232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net sales after credit 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754880"/>
            <a:ext cx="274320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4754880"/>
            <a:ext cx="64008" cy="11887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4828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5803D"/>
                </a:solidFill>
                <a:latin typeface="Arial"/>
              </a:rPr>
              <a:t>EGP 6,330,266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30352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gross profit (20.9%)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754880"/>
            <a:ext cx="274320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4754880"/>
            <a:ext cx="64008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828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3AED"/>
                </a:solidFill>
                <a:latin typeface="Arial"/>
              </a:rPr>
              <a:t>EGP 29,532,073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30352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receivables 30-Sep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4754880"/>
            <a:ext cx="246888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35440" y="4754880"/>
            <a:ext cx="64008" cy="1188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19" y="482803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Arial"/>
              </a:rPr>
              <a:t>EGP 2,662,739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530352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payables 30-Sep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One MRI system sale (EGP 23,438,252, August) is about 77% of five-month sales; without it net sales are EGP 6,794,980.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Migration approach and validation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نهج الترحيل والتحقق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15 / 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972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Chart of accounts, journals, taxes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101 accounts, unique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Warehouses, locations, categories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4 warehouses, 10 categories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Products,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24 products, 13 customers, 6 vendors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Lots, serials, opening stock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Qty per lot/serial; value vs ledger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Reordering rules, history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Counts and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4048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CSV import package (16 files) + README with order, dependencies and limits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A set of CSV files is not an Odoo backup; settings, routes, taxes and rules are manual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Automated validation script: keys, duplicates, dates, quantity and value reconciliation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UAT and project completion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الاختبار وحالة الإنجاز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16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65176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4008" cy="1097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project tasks completed (documentation)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65176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64008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26187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Arial"/>
              </a:rPr>
              <a:t>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373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UAT test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265176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64008" cy="10972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26187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5803D"/>
                </a:solidFill>
                <a:latin typeface="Arial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passed - simulated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188720"/>
            <a:ext cx="274320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0" y="1188720"/>
            <a:ext cx="64008" cy="1097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0" y="126187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Arial"/>
              </a:rPr>
              <a:t>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737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not executed - needs live Odoo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517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100% means the documented deliverable exists - not that Odoo was installed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Passed (simulated review) = reviewed against the scenario and simulated data; evidence is simulated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Enterprise, customization, security and performance items need live verification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All 75 requirements have at least one test case (RTM)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KPIs, expected benefits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المؤشرات والمخاطر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17 / 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97280"/>
          <a:ext cx="5486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Target / simulated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Recall trace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&lt; 15 min per 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Expired lots sold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0 (lots &lt; 60 days excluded)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Valuation vs GL difference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0 or explained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Gross margin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20.9% (simulated)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097280"/>
          <a:ext cx="53949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Branch limits in standard Odoo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Analytic plan, groups, custom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Enterprise features missing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Manual checklists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VAT / tax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Accountant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Import errors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"/>
                        </a:rPr>
                        <a:t>Rehearsal + reconciliation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Expected benefits: faster recalls, fewer expiry losses, accurate perpetual stock value, credit control, branch visibility, bilingual documents.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Conclusion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82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Arial"/>
              </a:rPr>
              <a:t>الخلاصة والخطوات التالية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RedLine Medical Supplies &amp; Equipment Trading | Odoo ERP Graduation Project (simulation) | Period 1 May 2026 –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928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rial"/>
              </a:rPr>
              <a:t>18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■  Delivered: complete document set, 16-file CSV import package, validation report - consistent and reconciled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■  Design answers the key business risks: traceability, quarantine, valuation, credit, branches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■  Honest status: simulation only; Enterprise and customization items require live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8102E"/>
                </a:solidFill>
                <a:latin typeface="Arial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Confirm Odoo version / edition and branch-management availability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Stand up staging; import package; rehearse migration (see Go-Live and Deployment Plan)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Execute UAT on staging; close the 'not executed' tests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■  Accountant review of chart, VAT, withholding, e-invoicing obligations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C8102E"/>
                </a:solidFill>
                <a:latin typeface="Arial"/>
              </a:rPr>
              <a:t>شكراً لكم -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</TotalTime>
  <Words>2244</Words>
  <Application>Microsoft Office PowerPoint</Application>
  <PresentationFormat>Widescreen</PresentationFormat>
  <Paragraphs>311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Oswald SemiBold</vt:lpstr>
      <vt:lpstr>Univers Condensed Light</vt:lpstr>
      <vt:lpstr>Orange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RedLine Odoo Graduation Project - Presentation</dc:title>
  <dc:subject/>
  <dc:creator>RedLine project team</dc:creator>
  <cp:keywords/>
  <dc:description>generated using python-pptx</dc:description>
  <cp:lastModifiedBy>Muhammed M Abdalbary</cp:lastModifiedBy>
  <cp:revision>2</cp:revision>
  <dcterms:created xsi:type="dcterms:W3CDTF">2013-01-27T09:14:16Z</dcterms:created>
  <dcterms:modified xsi:type="dcterms:W3CDTF">2026-10-29T08:36:58Z</dcterms:modified>
  <cp:category/>
</cp:coreProperties>
</file>