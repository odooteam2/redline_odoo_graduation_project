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8" d="100"/>
          <a:sy n="98" d="100"/>
        </p:scale>
        <p:origin x="82" y="1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A30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3291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REDLINE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3291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rial"/>
              </a:rPr>
              <a:t>Medical Supplies &amp; Equipment Trading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rial"/>
              </a:rPr>
              <a:t>ريد لاين للتجارة في المستلزمات والمعدات الطبية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188720"/>
            <a:ext cx="7315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rial"/>
              </a:rPr>
              <a:t>Odoo ERP Implementation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011680"/>
            <a:ext cx="7315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Graduation Project Defense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65176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مشروع تخرج: تطبيق نظام أودو لتخطيط موارد المؤسسات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5661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ECACA"/>
                </a:solidFill>
                <a:latin typeface="Arial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840480"/>
            <a:ext cx="7315200" cy="166821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FFFFFF"/>
                </a:solidFill>
                <a:latin typeface="Arial"/>
              </a:rPr>
              <a:t>Mohamed Mahmoud Abdel Bary 
Mohamed Essam El-Din Youssef 
Ahmed Mahmoud Mohamed 
Fathy Adel Fathy 
Omnia Haitham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56692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Prepared 25 October 2026 | Business period 1 May 2026 – 30 September 2026 | Odoo 19.0 (Enterprise edition assumed)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035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ECACA"/>
                </a:solidFill>
                <a:latin typeface="Arial"/>
              </a:rPr>
              <a:t>All companies, partners and transactions are simulated; nothing was installed or tested on a live Odoo server.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686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Company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Arial"/>
              </a:rPr>
              <a:t>Who RedLine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82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2000" b="0">
                <a:solidFill>
                  <a:srgbClr val="FFFFFF"/>
                </a:solidFill>
                <a:latin typeface="Arial"/>
              </a:rPr>
              <a:t>نبذة عن الشركة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92824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Arial"/>
              </a:rPr>
              <a:t>RedLine Medical Supplies &amp; Equipment Trading | Odoo ERP Graduation Project (simulation) | Period 1 May 2026 – 30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92824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>
                <a:solidFill>
                  <a:srgbClr val="6B7280"/>
                </a:solidFill>
                <a:latin typeface="Arial"/>
              </a:rPr>
              <a:t>2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5760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Cairo-based trader of medical equipment, consumables, disposables and spare parts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HQ: 45 Makram Ebeid St, Nasr City, Cairo, Egypt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Email: info@redlinemedical.com.eg | Currency: EGP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One legal company, 3 branches, 4 warehouses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24 products: 10 equipment (serial), 10 consumables (lot + expiry), 4 spare parts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13 customers and 6 vendors (illustrative)</a:t>
            </a:r>
          </a:p>
        </p:txBody>
      </p:sp>
      <p:pic>
        <p:nvPicPr>
          <p:cNvPr id="10" name="Picture 9" descr="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5303520" cy="261096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57200" y="5394960"/>
            <a:ext cx="1828800" cy="10058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5394960"/>
            <a:ext cx="64008" cy="10058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5468112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C8102E"/>
                </a:solidFill>
                <a:latin typeface="Arial"/>
              </a:rPr>
              <a:t>87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sales orders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68880" y="5394960"/>
            <a:ext cx="1828800" cy="10058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468880" y="5394960"/>
            <a:ext cx="64008" cy="10058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51760" y="5468112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D4ED8"/>
                </a:solidFill>
                <a:latin typeface="Arial"/>
              </a:rPr>
              <a:t>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594360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purchase orders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5394960"/>
            <a:ext cx="1828800" cy="10058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480560" y="5394960"/>
            <a:ext cx="64008" cy="100584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63440" y="5468112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5803D"/>
                </a:solidFill>
                <a:latin typeface="Arial"/>
              </a:rPr>
              <a:t>20.9%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594360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gross margin (simulated)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686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Business background and current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Arial"/>
              </a:rPr>
              <a:t>Simulated legacy / manual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82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2000" b="0">
                <a:solidFill>
                  <a:srgbClr val="FFFFFF"/>
                </a:solidFill>
                <a:latin typeface="Arial"/>
              </a:rPr>
              <a:t>الخلفية والتحديات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92824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Arial"/>
              </a:rPr>
              <a:t>RedLine Medical Supplies &amp; Equipment Trading | Odoo ERP Graduation Project (simulation) | Period 1 May 2026 – 30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92824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>
                <a:solidFill>
                  <a:srgbClr val="6B7280"/>
                </a:solidFill>
                <a:latin typeface="Arial"/>
              </a:rPr>
              <a:t>3 / 18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188720"/>
          <a:ext cx="1124712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86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86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As-is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Consequence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Stock &amp; 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Stock cards in spreadsheets; expiry on cartons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Expired stock sold; slow recalls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Serial equipment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Serials on paper delivery notes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Weak warranty and traceability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Credit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Balances in spreadsheet; 45-60 day hospitals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Over-exposure; slow collection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Returns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Returned goods back on shelf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Unreported losses; risk to patients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Accounting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Quarterly count; late adjustments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Margins and stock value unknown until close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Branches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Results compiled manually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No single view of performance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686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Project objectives and expected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182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2000" b="0">
                <a:solidFill>
                  <a:srgbClr val="FFFFFF"/>
                </a:solidFill>
                <a:latin typeface="Arial"/>
              </a:rPr>
              <a:t>الأهداف والنتائج المتوقعة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592824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Arial"/>
              </a:rPr>
              <a:t>RedLine Medical Supplies &amp; Equipment Trading | Odoo ERP Graduation Project (simulation) | Period 1 May 2026 – 30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92824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>
                <a:solidFill>
                  <a:srgbClr val="6B7280"/>
                </a:solidFill>
                <a:latin typeface="Arial"/>
              </a:rPr>
              <a:t>4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5760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Arial"/>
              </a:rPr>
              <a:t>■  Full lot / serial / expiry traceability with FEFO picking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Arial"/>
              </a:rPr>
              <a:t>■  Quarantine of failed, returned, damaged and near-expiry stock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Arial"/>
              </a:rPr>
              <a:t>■  Automated valuation reconciled to the ledger monthly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Arial"/>
              </a:rPr>
              <a:t>■  Credit control and ageing for institutional customers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Arial"/>
              </a:rPr>
              <a:t>■  Branch-level sales and margin visibility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Arial"/>
              </a:rPr>
              <a:t>■  Bilingual Arabic / English documents (RTL)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1280160"/>
            <a:ext cx="2468880" cy="12801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0" y="1280160"/>
            <a:ext cx="64008" cy="12801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66560" y="1353312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C8102E"/>
                </a:solidFill>
                <a:latin typeface="Arial"/>
              </a:rPr>
              <a:t>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1828800"/>
            <a:ext cx="2194560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requirements with IDs and acceptance criteria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280160"/>
            <a:ext cx="2468880" cy="12801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235440" y="1280160"/>
            <a:ext cx="64008" cy="128016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418319" y="1353312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D4ED8"/>
                </a:solidFill>
                <a:latin typeface="Arial"/>
              </a:rPr>
              <a:t>69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19" y="1828800"/>
            <a:ext cx="2194560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UAT test cases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743200"/>
            <a:ext cx="2468880" cy="12801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583680" y="2743200"/>
            <a:ext cx="64008" cy="128016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2816352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5803D"/>
                </a:solidFill>
                <a:latin typeface="Arial"/>
              </a:rPr>
              <a:t>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3291840"/>
            <a:ext cx="2194560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gaps analysed (GAWF)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43200"/>
            <a:ext cx="2468880" cy="12801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235440" y="2743200"/>
            <a:ext cx="64008" cy="1280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418319" y="2816352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3AED"/>
                </a:solidFill>
                <a:latin typeface="Arial"/>
              </a:rPr>
              <a:t>101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19" y="3291840"/>
            <a:ext cx="2194560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accounts in proposed chart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686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Project scope and exclusions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182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2000" b="0">
                <a:solidFill>
                  <a:srgbClr val="FFFFFF"/>
                </a:solidFill>
                <a:latin typeface="Arial"/>
              </a:rPr>
              <a:t>النطاق والاستثناءات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592824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Arial"/>
              </a:rPr>
              <a:t>RedLine Medical Supplies &amp; Equipment Trading | Odoo ERP Graduation Project (simulation) | Period 1 May 2026 – 30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92824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>
                <a:solidFill>
                  <a:srgbClr val="6B7280"/>
                </a:solidFill>
                <a:latin typeface="Arial"/>
              </a:rPr>
              <a:t>5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5803D"/>
                </a:solidFill>
                <a:latin typeface="Arial"/>
              </a:rPr>
              <a:t>In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Contacts, Sales, Purchase, Inventory, Accounting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Warehouses, routes, lots, serials, expiry, FEFO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Chart of accounts, journals, VAT, valuation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Master data and 5-month simulated operations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Documentation set, import package,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09728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C8102E"/>
                </a:solidFill>
                <a:latin typeface="Arial"/>
              </a:rPr>
              <a:t>Out of scope / not claimed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5448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Live Odoo installation, import or functional testing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Payroll, manufacturing, e-commerce, POS hardware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Statutory tax filing and e-invoicing integration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Custom module build (optional, priced in FPD)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686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Project team and responsibilities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Arial"/>
              </a:rPr>
              <a:t>Five members, all register tasks at 100% (documentation level)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82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2000" b="0">
                <a:solidFill>
                  <a:srgbClr val="FFFFFF"/>
                </a:solidFill>
                <a:latin typeface="Arial"/>
              </a:rPr>
              <a:t>فريق المشروع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92824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Arial"/>
              </a:rPr>
              <a:t>RedLine Medical Supplies &amp; Equipment Trading | Odoo ERP Graduation Project (simulation) | Period 1 May 2026 – 30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92824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>
                <a:solidFill>
                  <a:srgbClr val="6B7280"/>
                </a:solidFill>
                <a:latin typeface="Arial"/>
              </a:rPr>
              <a:t>6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2194560" cy="47548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2194560" cy="1828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554480"/>
            <a:ext cx="2011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Arial"/>
              </a:rPr>
              <a:t>Mohamed Mahmoud Abdel Bary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77440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8102E"/>
                </a:solidFill>
                <a:latin typeface="Arial"/>
              </a:rPr>
              <a:t>Team Leader &amp; Solution Design Consultant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108960"/>
            <a:ext cx="2103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>
                <a:solidFill>
                  <a:srgbClr val="1F2937"/>
                </a:solidFill>
                <a:latin typeface="Arial"/>
              </a:rPr>
              <a:t>■  Solution Design and Architecture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F2937"/>
                </a:solidFill>
                <a:latin typeface="Arial"/>
              </a:rPr>
              <a:t>■  Project Governance and Approvals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F2937"/>
                </a:solidFill>
                <a:latin typeface="Arial"/>
              </a:rPr>
              <a:t>■  Gap Analysis and Workflow documentation (GAWF)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F2937"/>
                </a:solidFill>
                <a:latin typeface="Arial"/>
              </a:rPr>
              <a:t>■  Basic Database Configuration, Presentation and Final Review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1280160"/>
            <a:ext cx="2194560" cy="47548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743200" y="1280160"/>
            <a:ext cx="2194560" cy="1828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834640" y="1554480"/>
            <a:ext cx="2011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Arial"/>
              </a:rPr>
              <a:t>Mohamed Essam El-Din Youssef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377440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8102E"/>
                </a:solidFill>
                <a:latin typeface="Arial"/>
              </a:rPr>
              <a:t>Business Analyst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3108960"/>
            <a:ext cx="2103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>
                <a:solidFill>
                  <a:srgbClr val="1F2937"/>
                </a:solidFill>
                <a:latin typeface="Arial"/>
              </a:rPr>
              <a:t>■  Company Profile and Project Name and Scope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F2937"/>
                </a:solidFill>
                <a:latin typeface="Arial"/>
              </a:rPr>
              <a:t>■  Business Requirements Document (BRD)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F2937"/>
                </a:solidFill>
                <a:latin typeface="Arial"/>
              </a:rPr>
              <a:t>■  Requirements Traceability Matrix (RTM)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F2937"/>
                </a:solidFill>
                <a:latin typeface="Arial"/>
              </a:rPr>
              <a:t>■  Business Process Documentation and Requirements Validation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1280160"/>
            <a:ext cx="2194560" cy="47548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29200" y="1280160"/>
            <a:ext cx="2194560" cy="1828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20640" y="1554480"/>
            <a:ext cx="2011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Arial"/>
              </a:rPr>
              <a:t>Ahmed Mahmoud Mohamed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2377440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8102E"/>
                </a:solidFill>
                <a:latin typeface="Arial"/>
              </a:rPr>
              <a:t>Technical &amp; Data Migration Specialist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3108960"/>
            <a:ext cx="2103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>
                <a:solidFill>
                  <a:srgbClr val="1F2937"/>
                </a:solidFill>
                <a:latin typeface="Arial"/>
              </a:rPr>
              <a:t>■  Organization, Warehouse, Product and Inventory Data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F2937"/>
                </a:solidFill>
                <a:latin typeface="Arial"/>
              </a:rPr>
              <a:t>■  Sales and Purchase Cycle Data and Data Migration (CSV)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F2937"/>
                </a:solidFill>
                <a:latin typeface="Arial"/>
              </a:rPr>
              <a:t>■  Technical Proposal and Go-Live and Deployment Plan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F2937"/>
                </a:solidFill>
                <a:latin typeface="Arial"/>
              </a:rPr>
              <a:t>■  Data Quality Checks and Package Validation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1280160"/>
            <a:ext cx="2194560" cy="47548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315200" y="1280160"/>
            <a:ext cx="2194560" cy="1828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06640" y="1554480"/>
            <a:ext cx="2011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Arial"/>
              </a:rPr>
              <a:t>Fathy Adel Fathy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2377440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8102E"/>
                </a:solidFill>
                <a:latin typeface="Arial"/>
              </a:rPr>
              <a:t>QA &amp; Training Specialist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20" y="3108960"/>
            <a:ext cx="2103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>
                <a:solidFill>
                  <a:srgbClr val="1F2937"/>
                </a:solidFill>
                <a:latin typeface="Arial"/>
              </a:rPr>
              <a:t>■  User Acceptance Testing (UAT) and Test Cases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F2937"/>
                </a:solidFill>
                <a:latin typeface="Arial"/>
              </a:rPr>
              <a:t>■  User's Guide (UDP) and Training Document (TD)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F2937"/>
                </a:solidFill>
                <a:latin typeface="Arial"/>
              </a:rPr>
              <a:t>■  Simulated UAT Review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F2937"/>
                </a:solidFill>
                <a:latin typeface="Arial"/>
              </a:rPr>
              <a:t>■  Final Quality Assurance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0" y="1280160"/>
            <a:ext cx="2194560" cy="47548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601200" y="1280160"/>
            <a:ext cx="2194560" cy="1828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92640" y="1554480"/>
            <a:ext cx="2011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Arial"/>
              </a:rPr>
              <a:t>Omnia Haitham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377440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8102E"/>
                </a:solidFill>
                <a:latin typeface="Arial"/>
              </a:rPr>
              <a:t>Functional Consultant - Accounting &amp; Finance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6920" y="3108960"/>
            <a:ext cx="2103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>
                <a:solidFill>
                  <a:srgbClr val="1F2937"/>
                </a:solidFill>
                <a:latin typeface="Arial"/>
              </a:rPr>
              <a:t>■  Chart of Accounts, Journals, Tax and Account Mapping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F2937"/>
                </a:solidFill>
                <a:latin typeface="Arial"/>
              </a:rPr>
              <a:t>■  Customer and Vendor Master Data and Financial Reconciliations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F2937"/>
                </a:solidFill>
                <a:latin typeface="Arial"/>
              </a:rPr>
              <a:t>■  Financial Proposal (FPD)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F2937"/>
                </a:solidFill>
                <a:latin typeface="Arial"/>
              </a:rPr>
              <a:t>■  Users Privileges Document (UPD) and Accounting Procedures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686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Odoo architecture and selected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Arial"/>
              </a:rPr>
              <a:t>Odoo 19.0 (Enterprise edition assumed)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82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2000" b="0">
                <a:solidFill>
                  <a:srgbClr val="FFFFFF"/>
                </a:solidFill>
                <a:latin typeface="Arial"/>
              </a:rPr>
              <a:t>هيكل النظام والوحدات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92824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Arial"/>
              </a:rPr>
              <a:t>RedLine Medical Supplies &amp; Equipment Trading | Odoo ERP Graduation Project (simulation) | Period 1 May 2026 – 30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92824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>
                <a:solidFill>
                  <a:srgbClr val="6B7280"/>
                </a:solidFill>
                <a:latin typeface="Arial"/>
              </a:rPr>
              <a:t>7 / 18</a:t>
            </a:r>
          </a:p>
        </p:txBody>
      </p:sp>
      <p:pic>
        <p:nvPicPr>
          <p:cNvPr id="9" name="Picture 8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7589520" cy="385314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0" y="1188720"/>
            <a:ext cx="374903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F2937"/>
                </a:solidFill>
                <a:latin typeface="Arial"/>
              </a:rPr>
              <a:t>■  Standard: Contacts, Sales, Purchase, Inventory (+ Product Expiry), Accounting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F2937"/>
                </a:solidFill>
                <a:latin typeface="Arial"/>
              </a:rPr>
              <a:t>■  Enterprise / optional: Quality, Barcode, Studio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F2937"/>
                </a:solidFill>
                <a:latin typeface="Arial"/>
              </a:rPr>
              <a:t>■  Proposed customizations: credit hard-block, warranty tracker, branch record rules, approvals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686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Branch and warehouse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Arial"/>
              </a:rPr>
              <a:t>Single legal company; branches are reporting units, warehouses are stock structures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82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2000" b="0">
                <a:solidFill>
                  <a:srgbClr val="FFFFFF"/>
                </a:solidFill>
                <a:latin typeface="Arial"/>
              </a:rPr>
              <a:t>الفروع والمخازن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92824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Arial"/>
              </a:rPr>
              <a:t>RedLine Medical Supplies &amp; Equipment Trading | Odoo ERP Graduation Project (simulation) | Period 1 May 2026 – 30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92824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>
                <a:solidFill>
                  <a:srgbClr val="6B7280"/>
                </a:solidFill>
                <a:latin typeface="Arial"/>
              </a:rPr>
              <a:t>8 / 18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1124711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7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81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98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421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Warehouse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Purpose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Arial"/>
                        </a:rPr>
                        <a:t>EQP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Arial"/>
                        </a:rPr>
                        <a:t>Main Equipment Warehouse - Nasr 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Arial"/>
                        </a:rPr>
                        <a:t>BR-NSC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Arial"/>
                        </a:rPr>
                        <a:t>Receiving, storage and dispatch of capital medical equipment (serial-tracked)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Arial"/>
                        </a:rPr>
                        <a:t>CON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Arial"/>
                        </a:rPr>
                        <a:t>Medical Consumables &amp; Disposables Warehouse - Maadi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Arial"/>
                        </a:rPr>
                        <a:t>BR-MAA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Arial"/>
                        </a:rPr>
                        <a:t>Lot- and expiry-tracked consumables; FEFO picking; retail counter supply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Arial"/>
                        </a:rPr>
                        <a:t>SPR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Arial"/>
                        </a:rPr>
                        <a:t>Spare Parts Warehouse - Mohandeseen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Arial"/>
                        </a:rPr>
                        <a:t>BR-MOH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Arial"/>
                        </a:rPr>
                        <a:t>Spare parts, filters and batteries for installed equipment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Arial"/>
                        </a:rPr>
                        <a:t>QRT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Arial"/>
                        </a:rPr>
                        <a:t>Quarantine &amp; Returns Warehouse - Central Cairo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Arial"/>
                        </a:rPr>
                        <a:t>BR-NSC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Arial"/>
                        </a:rPr>
                        <a:t>Isolation of failed-inspection, returned, damaged and near-expiry stock pending disposition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7472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9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Arial"/>
                        </a:rPr>
                        <a:t>Nasr City Branch (BR-NSC)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Arial"/>
                        </a:rPr>
                        <a:t>Main Headquarters and Administration - 45 Makram Ebeid St, Nasr City, Cairo, Egypt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Arial"/>
                        </a:rPr>
                        <a:t>Maadi Branch (BR-MAA)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Arial"/>
                        </a:rPr>
                        <a:t>Retail and Distribution - 18 Road 9, Maadi, Cairo, Egypt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Arial"/>
                        </a:rPr>
                        <a:t>Mohandeseen Branch (BR-MOH)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Arial"/>
                        </a:rPr>
                        <a:t>Sales Office - 22 Syria St, Mohandeseen, Greater Cairo, Egypt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39496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Arial"/>
              </a:rPr>
              <a:t>Limits of standard branch handling: separate branch balance sheets, branch-specific numbering and warehouse-level access need branch records (edition-dependent) or proposed customizations.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686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Core workflow 1: Order-to-Cash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182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2000" b="0">
                <a:solidFill>
                  <a:srgbClr val="FFFFFF"/>
                </a:solidFill>
                <a:latin typeface="Arial"/>
              </a:rPr>
              <a:t>دورة المبيعات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592824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Arial"/>
              </a:rPr>
              <a:t>RedLine Medical Supplies &amp; Equipment Trading | Odoo ERP Graduation Project (simulation) | Period 1 May 2026 – 30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92824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>
                <a:solidFill>
                  <a:srgbClr val="6B7280"/>
                </a:solidFill>
                <a:latin typeface="Arial"/>
              </a:rPr>
              <a:t>9 / 18</a:t>
            </a:r>
          </a:p>
        </p:txBody>
      </p:sp>
      <p:pic>
        <p:nvPicPr>
          <p:cNvPr id="8" name="Picture 7" descr="o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051560"/>
            <a:ext cx="7680960" cy="478582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686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Core workflow 2: Procure-to-Pay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182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2000" b="0">
                <a:solidFill>
                  <a:srgbClr val="FFFFFF"/>
                </a:solidFill>
                <a:latin typeface="Arial"/>
              </a:rPr>
              <a:t>دورة المشتريات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592824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Arial"/>
              </a:rPr>
              <a:t>RedLine Medical Supplies &amp; Equipment Trading | Odoo ERP Graduation Project (simulation) | Period 1 May 2026 – 30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92824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>
                <a:solidFill>
                  <a:srgbClr val="6B7280"/>
                </a:solidFill>
                <a:latin typeface="Arial"/>
              </a:rPr>
              <a:t>10 / 18</a:t>
            </a:r>
          </a:p>
        </p:txBody>
      </p:sp>
      <p:pic>
        <p:nvPicPr>
          <p:cNvPr id="8" name="Picture 7" descr="p2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051560"/>
            <a:ext cx="6766560" cy="421608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686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Workflow 3: Returns, quarantine, period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182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2000" b="0">
                <a:solidFill>
                  <a:srgbClr val="FFFFFF"/>
                </a:solidFill>
                <a:latin typeface="Arial"/>
              </a:rPr>
              <a:t>المرتجعات والحجر والإقفال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592824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Arial"/>
              </a:rPr>
              <a:t>RedLine Medical Supplies &amp; Equipment Trading | Odoo ERP Graduation Project (simulation) | Period 1 May 2026 – 30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92824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>
                <a:solidFill>
                  <a:srgbClr val="6B7280"/>
                </a:solidFill>
                <a:latin typeface="Arial"/>
              </a:rPr>
              <a:t>11 / 18</a:t>
            </a:r>
          </a:p>
        </p:txBody>
      </p:sp>
      <p:pic>
        <p:nvPicPr>
          <p:cNvPr id="8" name="Picture 7" descr="retu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577840" cy="2488575"/>
          </a:xfrm>
          <a:prstGeom prst="rect">
            <a:avLst/>
          </a:prstGeom>
        </p:spPr>
      </p:pic>
      <p:pic>
        <p:nvPicPr>
          <p:cNvPr id="9" name="Picture 8" descr="clo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577840" cy="24885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4754880"/>
            <a:ext cx="11247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F2937"/>
                </a:solidFill>
                <a:latin typeface="Arial"/>
              </a:rPr>
              <a:t>■  Returned / failed / near-expiry goods go to the Quarantine &amp; Returns warehouse (excluded from sale)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F2937"/>
                </a:solidFill>
                <a:latin typeface="Arial"/>
              </a:rPr>
              <a:t>■  Disposition: restock, vendor return with debit note, or scrap to 540200 / 540300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F2937"/>
                </a:solidFill>
                <a:latin typeface="Arial"/>
              </a:rPr>
              <a:t>■  Month-end: valuation vs GL, AR/AP vs control accounts, lock date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686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Accounting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Arial"/>
              </a:rPr>
              <a:t>Account mapping connects categories, valuation, revenue, COGS and adjustments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82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2000" b="0">
                <a:solidFill>
                  <a:srgbClr val="FFFFFF"/>
                </a:solidFill>
                <a:latin typeface="Arial"/>
              </a:rPr>
              <a:t>التصميم المحاسبي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92824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Arial"/>
              </a:rPr>
              <a:t>RedLine Medical Supplies &amp; Equipment Trading | Odoo ERP Graduation Project (simulation) | Period 1 May 2026 – 30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92824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>
                <a:solidFill>
                  <a:srgbClr val="6B7280"/>
                </a:solidFill>
                <a:latin typeface="Arial"/>
              </a:rPr>
              <a:t>12 / 18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9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99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9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Valuation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COGS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Equipment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130100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410100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510100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Consumables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130200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410200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510200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Spare parts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130300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410300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510300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2743200"/>
            <a:ext cx="11247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F2937"/>
                </a:solidFill>
                <a:latin typeface="Arial"/>
              </a:rPr>
              <a:t>■  101 accounts, 6 digits, hierarchical groups; proposed chart - accountant review required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937"/>
                </a:solidFill>
                <a:latin typeface="Arial"/>
              </a:rPr>
              <a:t>■  Journals: INV, BILL, STJ, MISC, OPEN + CIB1, NBE1 (simulated banks) + 3 branch cash safes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937"/>
                </a:solidFill>
                <a:latin typeface="Arial"/>
              </a:rPr>
              <a:t>■  FIFO, automated valuation, Anglo-Saxon (stock interim 130600 / GRNI 210500); VAT 14% assumed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937"/>
                </a:solidFill>
                <a:latin typeface="Arial"/>
              </a:rPr>
              <a:t>■  Simulated trial balance: 737 entries, balanced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686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Inventory tracking: lots, serials, expiry and FEFO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182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2000" b="0">
                <a:solidFill>
                  <a:srgbClr val="FFFFFF"/>
                </a:solidFill>
                <a:latin typeface="Arial"/>
              </a:rPr>
              <a:t>تتبع المخزون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592824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Arial"/>
              </a:rPr>
              <a:t>RedLine Medical Supplies &amp; Equipment Trading | Odoo ERP Graduation Project (simulation) | Period 1 May 2026 – 30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92824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>
                <a:solidFill>
                  <a:srgbClr val="6B7280"/>
                </a:solidFill>
                <a:latin typeface="Arial"/>
              </a:rPr>
              <a:t>13 / 18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2651760" cy="1097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64008" cy="10972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261872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C8102E"/>
                </a:solidFill>
                <a:latin typeface="Arial"/>
              </a:rPr>
              <a:t>186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serial-tracked units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1188720"/>
            <a:ext cx="2651760" cy="1097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91840" y="1188720"/>
            <a:ext cx="64008" cy="10972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720" y="1261872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D4ED8"/>
                </a:solidFill>
                <a:latin typeface="Arial"/>
              </a:rPr>
              <a:t>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73736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lot / batch rows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188720"/>
            <a:ext cx="2651760" cy="1097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26480" y="1188720"/>
            <a:ext cx="64008" cy="10972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09360" y="1261872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5803D"/>
                </a:solidFill>
                <a:latin typeface="Arial"/>
              </a:rPr>
              <a:t>548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73736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stock moves (5 months)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651760"/>
            <a:ext cx="11247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Equipment: unique serial per unit; warranty end date per delivered serial (proposed tracker)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Consumables: lot + expiry; FEFO removal; lots &lt; 60 days excluded from sale and isolated monthly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Quarantine warehouse: returns, failed QC, damaged and near-expiry stock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Identity checked for every product and warehouse: Opening + In - Out = Closing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Simulated losses: expired EGP 46,000, damaged EGP 55,795, count differences EGP 6,405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686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Simulated five-month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Arial"/>
              </a:rPr>
              <a:t>1 May 2026 – 30 September 2026 (EGP, excl. VAT)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82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2000" b="0">
                <a:solidFill>
                  <a:srgbClr val="FFFFFF"/>
                </a:solidFill>
                <a:latin typeface="Arial"/>
              </a:rPr>
              <a:t>نتائج المحاكاة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92824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Arial"/>
              </a:rPr>
              <a:t>RedLine Medical Supplies &amp; Equipment Trading | Odoo ERP Graduation Project (simulation) | Period 1 May 2026 – 30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92824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>
                <a:solidFill>
                  <a:srgbClr val="6B7280"/>
                </a:solidFill>
                <a:latin typeface="Arial"/>
              </a:rPr>
              <a:t>14 / 18</a:t>
            </a:r>
          </a:p>
        </p:txBody>
      </p:sp>
      <p:pic>
        <p:nvPicPr>
          <p:cNvPr id="9" name="Picture 8" descr="s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94960" cy="2866072"/>
          </a:xfrm>
          <a:prstGeom prst="rect">
            <a:avLst/>
          </a:prstGeom>
        </p:spPr>
      </p:pic>
      <p:pic>
        <p:nvPicPr>
          <p:cNvPr id="10" name="Picture 9" descr="ar_in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394960" cy="286607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57200" y="4754880"/>
            <a:ext cx="2743200" cy="11887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4754880"/>
            <a:ext cx="64008" cy="1188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828032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C8102E"/>
                </a:solidFill>
                <a:latin typeface="Arial"/>
              </a:rPr>
              <a:t>EGP 30,233,232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03520"/>
            <a:ext cx="2468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net sales after credit notes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4754880"/>
            <a:ext cx="2743200" cy="11887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83280" y="4754880"/>
            <a:ext cx="64008" cy="118872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66160" y="4828032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5803D"/>
                </a:solidFill>
                <a:latin typeface="Arial"/>
              </a:rPr>
              <a:t>EGP 6,330,266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5303520"/>
            <a:ext cx="2468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gross profit (20.9%)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4754880"/>
            <a:ext cx="2743200" cy="11887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09360" y="4754880"/>
            <a:ext cx="64008" cy="1188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2240" y="4828032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3AED"/>
                </a:solidFill>
                <a:latin typeface="Arial"/>
              </a:rPr>
              <a:t>EGP 29,532,073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303520"/>
            <a:ext cx="2468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receivables 30-Sep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0" y="4754880"/>
            <a:ext cx="2468880" cy="11887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235440" y="4754880"/>
            <a:ext cx="64008" cy="11887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18319" y="4828032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D4ED8"/>
                </a:solidFill>
                <a:latin typeface="Arial"/>
              </a:rPr>
              <a:t>EGP 2,662,739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19" y="5303520"/>
            <a:ext cx="2194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payables 30-Sep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0807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Arial"/>
              </a:rPr>
              <a:t>One MRI system sale (EGP 23,438,252, August) is about 77% of five-month sales; without it net sales are EGP 6,794,980.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686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Migration approach and validation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182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2000" b="0">
                <a:solidFill>
                  <a:srgbClr val="FFFFFF"/>
                </a:solidFill>
                <a:latin typeface="Arial"/>
              </a:rPr>
              <a:t>نهج الترحيل والتحقق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592824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Arial"/>
              </a:rPr>
              <a:t>RedLine Medical Supplies &amp; Equipment Trading | Odoo ERP Graduation Project (simulation) | Period 1 May 2026 – 30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92824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>
                <a:solidFill>
                  <a:srgbClr val="6B7280"/>
                </a:solidFill>
                <a:latin typeface="Arial"/>
              </a:rPr>
              <a:t>15 / 18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86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23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Action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Validation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Chart of accounts, journals, taxes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101 accounts, unique codes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Warehouses, locations, categories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4 warehouses, 10 categories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Products, partners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24 products, 13 customers, 6 vendors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Lots, serials, opening stock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Qty per lot/serial; value vs ledger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Reordering rules, history reference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Counts and keys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840480"/>
            <a:ext cx="11247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CSV import package (15 files) + README with order, dependencies and limits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A set of CSV files is not an Odoo backup; settings, routes, taxes and rules are manual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Automated validation script: keys, duplicates, dates, quantity and value reconciliation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686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UAT and project completion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182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2000" b="0">
                <a:solidFill>
                  <a:srgbClr val="FFFFFF"/>
                </a:solidFill>
                <a:latin typeface="Arial"/>
              </a:rPr>
              <a:t>الاختبار وحالة الإنجاز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592824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Arial"/>
              </a:rPr>
              <a:t>RedLine Medical Supplies &amp; Equipment Trading | Odoo ERP Graduation Project (simulation) | Period 1 May 2026 – 30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92824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>
                <a:solidFill>
                  <a:srgbClr val="6B7280"/>
                </a:solidFill>
                <a:latin typeface="Arial"/>
              </a:rPr>
              <a:t>16 / 18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2651760" cy="1097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64008" cy="10972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261872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C8102E"/>
                </a:solidFill>
                <a:latin typeface="Arial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project tasks completed (documentation)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1188720"/>
            <a:ext cx="2651760" cy="1097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91840" y="1188720"/>
            <a:ext cx="64008" cy="10972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720" y="1261872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D4ED8"/>
                </a:solidFill>
                <a:latin typeface="Arial"/>
              </a:rPr>
              <a:t>69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73736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UAT test cases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188720"/>
            <a:ext cx="2651760" cy="1097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26480" y="1188720"/>
            <a:ext cx="64008" cy="10972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09360" y="1261872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5803D"/>
                </a:solidFill>
                <a:latin typeface="Arial"/>
              </a:rPr>
              <a:t>43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73736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passed - simulated review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0" y="1188720"/>
            <a:ext cx="2743200" cy="1097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961120" y="1188720"/>
            <a:ext cx="64008" cy="10972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0" y="1261872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C8102E"/>
                </a:solidFill>
                <a:latin typeface="Arial"/>
              </a:rPr>
              <a:t>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1737360"/>
            <a:ext cx="2468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not executed - needs live Odoo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651760"/>
            <a:ext cx="11247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100% means the documented deliverable exists - not that Odoo was installed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Passed (simulated review) = reviewed against the scenario and simulated data; evidence is simulated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Enterprise, customization, security and performance items need live verification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All 67 requirements have at least one test case (RTM)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686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KPIs, expected benefits and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182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2000" b="0">
                <a:solidFill>
                  <a:srgbClr val="FFFFFF"/>
                </a:solidFill>
                <a:latin typeface="Arial"/>
              </a:rPr>
              <a:t>المؤشرات والمخاطر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592824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Arial"/>
              </a:rPr>
              <a:t>RedLine Medical Supplies &amp; Equipment Trading | Odoo ERP Graduation Project (simulation) | Period 1 May 2026 – 30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92824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>
                <a:solidFill>
                  <a:srgbClr val="6B7280"/>
                </a:solidFill>
                <a:latin typeface="Arial"/>
              </a:rPr>
              <a:t>17 / 18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54864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KPI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Target / simulated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Recall trace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&lt; 15 min per 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Expired lots sold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0 (lots &lt; 60 days excluded)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Valuation vs GL difference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0 or explained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Gross margin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20.9% (simulated)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9360" y="1097280"/>
          <a:ext cx="53949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Mitigation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Branch limits in standard Odoo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Analytic plan, groups, custom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Enterprise features missing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Manual checklists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VAT / tax settings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Accountant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Import errors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Arial"/>
                        </a:rPr>
                        <a:t>Rehearsal + reconciliation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84048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Arial"/>
              </a:rPr>
              <a:t>Expected benefits: faster recalls, fewer expiry losses, accurate perpetual stock value, credit control, branch visibility, bilingual documents.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686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Conclusion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182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2000" b="0">
                <a:solidFill>
                  <a:srgbClr val="FFFFFF"/>
                </a:solidFill>
                <a:latin typeface="Arial"/>
              </a:rPr>
              <a:t>الخلاصة والخطوات التالية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592824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Arial"/>
              </a:rPr>
              <a:t>RedLine Medical Supplies &amp; Equipment Trading | Odoo ERP Graduation Project (simulation) | Period 1 May 2026 – 30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92824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>
                <a:solidFill>
                  <a:srgbClr val="6B7280"/>
                </a:solidFill>
                <a:latin typeface="Arial"/>
              </a:rPr>
              <a:t>18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1247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Arial"/>
              </a:rPr>
              <a:t>■  Delivered: complete document set, 15-file CSV import package, validation report - consistent and reconciled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Arial"/>
              </a:rPr>
              <a:t>■  Design answers the key business risks: traceability, quarantine, valuation, credit, branches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Arial"/>
              </a:rPr>
              <a:t>■  Honest status: simulation only; Enterprise and customization items require live verification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832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C8102E"/>
                </a:solidFill>
                <a:latin typeface="Arial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80"/>
            <a:ext cx="11247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Confirm Odoo version / edition and branch-management availability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Stand up staging; import package; rehearse migration (see Go-Live and Deployment Plan)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Execute UAT on staging; close the 'not executed' tests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Arial"/>
              </a:rPr>
              <a:t>■  Accountant review of chart, VAT, withholding, e-invoicing obligations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5216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C8102E"/>
                </a:solidFill>
                <a:latin typeface="Arial"/>
              </a:rPr>
              <a:t>شكراً لكم - 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2142</Words>
  <Application>Microsoft Office PowerPoint</Application>
  <PresentationFormat>Widescreen</PresentationFormat>
  <Paragraphs>311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RedLine Odoo Graduation Project - Presentation</dc:title>
  <dc:subject/>
  <dc:creator>RedLine project team</dc:creator>
  <cp:keywords/>
  <dc:description>generated using python-pptx</dc:description>
  <cp:lastModifiedBy>Muhammed M Abdalbary</cp:lastModifiedBy>
  <cp:revision>2</cp:revision>
  <dcterms:created xsi:type="dcterms:W3CDTF">2013-01-27T09:14:16Z</dcterms:created>
  <dcterms:modified xsi:type="dcterms:W3CDTF">2026-10-28T19:03:55Z</dcterms:modified>
  <cp:category/>
</cp:coreProperties>
</file>